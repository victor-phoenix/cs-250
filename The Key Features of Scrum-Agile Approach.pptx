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erriweather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omputer.org/publications/tech-news/trends/how-to-manage-change-through-the-software-development-lifecycle" TargetMode="External"/><Relationship Id="rId3" Type="http://schemas.openxmlformats.org/officeDocument/2006/relationships/hyperlink" Target="https://www.computer.org/publications/tech-news/trends/how-to-manage-change-through-the-software-development-lifecycle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agilealliance.org/" TargetMode="External"/><Relationship Id="rId3" Type="http://schemas.openxmlformats.org/officeDocument/2006/relationships/hyperlink" Target="https://www.agilealliance.org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scrumalliance.org/" TargetMode="External"/><Relationship Id="rId3" Type="http://schemas.openxmlformats.org/officeDocument/2006/relationships/hyperlink" Target="https://www.scrumalliance.org/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techtarget.com/searchsoftwarequality/tip/Waterfall-vs-Agile-methodology-Differences-and-examples" TargetMode="External"/><Relationship Id="rId3" Type="http://schemas.openxmlformats.org/officeDocument/2006/relationships/hyperlink" Target="https://www.techtarget.com/searchsoftwarequality/tip/Waterfall-vs-Agile-methodology-Differences-and-examples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techtarget.com/searchsoftwarequality/tip/Waterfall-vs-Agile-methodology-Differences-and-examples" TargetMode="External"/><Relationship Id="rId3" Type="http://schemas.openxmlformats.org/officeDocument/2006/relationships/hyperlink" Target="https://www.techtarget.com/searchsoftwarequality/tip/Waterfall-vs-Agile-methodology-Differences-and-examples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e887cdf7e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e887cdf7e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Manole, L. (2022). How to Manage Change Through the Software Development Lifecycle. </a:t>
            </a:r>
            <a:r>
              <a:rPr i="1" lang="en">
                <a:solidFill>
                  <a:schemeClr val="dk1"/>
                </a:solidFill>
              </a:rPr>
              <a:t>IEEE Computer Society</a:t>
            </a:r>
            <a:r>
              <a:rPr lang="en">
                <a:solidFill>
                  <a:schemeClr val="dk1"/>
                </a:solidFill>
              </a:rPr>
              <a:t>. Retrieved from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https://www.computer.org/publications/tech-news/trends/how-to-manage-change-through-the-software-development-lifecycle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e887cdf7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e887cdf7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Agile Alliance. (2022). </a:t>
            </a:r>
            <a:r>
              <a:rPr i="1" lang="en">
                <a:solidFill>
                  <a:schemeClr val="dk1"/>
                </a:solidFill>
              </a:rPr>
              <a:t>Roles in Scrum</a:t>
            </a:r>
            <a:r>
              <a:rPr lang="en">
                <a:solidFill>
                  <a:schemeClr val="dk1"/>
                </a:solidFill>
              </a:rPr>
              <a:t>. Retrieved from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https://www.agilealliance.org/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e887cdf7e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e887cdf7e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Scrum Alliance. (2020). </a:t>
            </a:r>
            <a:r>
              <a:rPr i="1" lang="en">
                <a:solidFill>
                  <a:schemeClr val="dk1"/>
                </a:solidFill>
              </a:rPr>
              <a:t>Agile Software Development Life Cycle</a:t>
            </a:r>
            <a:r>
              <a:rPr lang="en">
                <a:solidFill>
                  <a:schemeClr val="dk1"/>
                </a:solidFill>
              </a:rPr>
              <a:t>. Retrieved from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https://www.scrumalliance.org/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887cdf7e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e887cdf7e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Tozzi, C. (2024). Waterfall vs. Agile methodology: Differences and examples. </a:t>
            </a:r>
            <a:r>
              <a:rPr i="1" lang="en">
                <a:solidFill>
                  <a:schemeClr val="dk1"/>
                </a:solidFill>
              </a:rPr>
              <a:t>TechTarget</a:t>
            </a:r>
            <a:r>
              <a:rPr lang="en">
                <a:solidFill>
                  <a:schemeClr val="dk1"/>
                </a:solidFill>
              </a:rPr>
              <a:t>. Retrieved from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https://www.techtarget.com/searchsoftwarequality/tip/Waterfall-vs-Agile-methodology-Differences-and-examples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e887cdf7e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e887cdf7e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TechTarget. (2023). Agile vs. Waterfall: Pros and Cons. </a:t>
            </a:r>
            <a:r>
              <a:rPr i="1" lang="en">
                <a:solidFill>
                  <a:schemeClr val="dk1"/>
                </a:solidFill>
              </a:rPr>
              <a:t>TechTarget</a:t>
            </a:r>
            <a:r>
              <a:rPr lang="en">
                <a:solidFill>
                  <a:schemeClr val="dk1"/>
                </a:solidFill>
              </a:rPr>
              <a:t>. Retrieved from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https://www.techtarget.com/searchsoftwarequality/tip/Waterfall-vs-Agile-methodology-Differences-and-examples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887cdf7e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e887cdf7e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omputer.org/publications/tech-news/trends/how-to-manage-change-through-the-software-development-lifecycle" TargetMode="External"/><Relationship Id="rId4" Type="http://schemas.openxmlformats.org/officeDocument/2006/relationships/hyperlink" Target="https://www.computer.org/publications/tech-news/trends/how-to-manage-change-through-the-software-development-lifecycle" TargetMode="External"/><Relationship Id="rId10" Type="http://schemas.openxmlformats.org/officeDocument/2006/relationships/hyperlink" Target="https://www.techtarget.com/searchsoftwarequality/tip/Waterfall-vs-Agile-methodology-Differences-and-examples" TargetMode="External"/><Relationship Id="rId9" Type="http://schemas.openxmlformats.org/officeDocument/2006/relationships/hyperlink" Target="https://www.techtarget.com/searchsoftwarequality/tip/Waterfall-vs-Agile-methodology-Differences-and-examples" TargetMode="External"/><Relationship Id="rId5" Type="http://schemas.openxmlformats.org/officeDocument/2006/relationships/hyperlink" Target="https://www.agilealliance.org/" TargetMode="External"/><Relationship Id="rId6" Type="http://schemas.openxmlformats.org/officeDocument/2006/relationships/hyperlink" Target="https://www.agilealliance.org/" TargetMode="External"/><Relationship Id="rId7" Type="http://schemas.openxmlformats.org/officeDocument/2006/relationships/hyperlink" Target="https://www.scrumalliance.org/" TargetMode="External"/><Relationship Id="rId8" Type="http://schemas.openxmlformats.org/officeDocument/2006/relationships/hyperlink" Target="https://www.scrumallianc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Key Features of Scrum-Agile Approach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Victor Tran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Agile Methodology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Methodology: Enhancing Flexibility and Speed in Software Development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Key Principles of Agile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Individuals and interactions over processes and tools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Working software over comprehensive documentation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Customer collaboration over contract negotiation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Responding to change over following a plan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Importance of Agile in Modern Software Development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Agile Roles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Master: Facilitates the team, removes impediments, ensures adherence to Scrum practices.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Product Owner: Represents stakeholders, defines product features, prioritizes the product backlog.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Development Team: Self-organizing team responsible for delivering increments of potentially shippable product.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Importance of Each Role: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Ensuring clear communication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Maximizing productivity and efficiency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Maintaining focus on delivering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Explaining Agile Phases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Software Development Life Cycle (SDLC) Phases: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Planning, Requirements Analysis, Design, Implementation, Testing, Deployment, Maintenance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Importance of Iterative Development and Continuous Feedback: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Early and frequent delivery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Alignment with customer needs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Contrasting Waterfall Model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and linear approach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Phases: Requirements, Design, Implementation, Testing, Deployment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Differences from Agile Approach: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Lack of flexibility and adaptability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Limited customer interaction and feedback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Risk of late-stage failures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Waterfall or Agile Approach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Factors to Consider in Methodology Selection: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Project Complexity, Customer Involvement, Risk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Benefits of Agile: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Faster time-to-market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Increased customer satisfaction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Improved quality through continuous testing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Drawbacks and Mitigation Strategies: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Managing stakeholder expectations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Addressing resource constraints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of Academic and Professional Sources: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Manole, L. (2022). How to Manage Change Through the Software Development Lifecycle.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 Computer Society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Retrieved from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https://www.computer.org/publications/tech-news/trends/how-to-manage-change-through-the-software-development-lifecycle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Agile Alliance. (2022).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Roles in Scrum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Retrieved from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https://www.agilealliance.org/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Scrum Alliance. (2020).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Agile Software Development Life Cycle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Retrieved from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https://www.scrumalliance.org/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Tozzi, C. (2024). Waterfall vs. Agile methodology: Differences and examples.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TechTarget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Retrieved from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https://www.techtarget.com/searchsoftwarequality/tip/Waterfall-vs-Agile-methodology-Differences-and-examples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